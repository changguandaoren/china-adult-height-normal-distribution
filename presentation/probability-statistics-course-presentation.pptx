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68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课程论文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正态分布在现实数据分析中的应用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——基于中国成年人身高数据的案例分析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26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成员：赵浩（U202541916）、章轩睿（U202541911）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日期：2026年9月26日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为什么研究“身高与正态分布”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71600" y="155448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连续可测　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身高是连续型人体测量变量，可测量、可比较、可重复。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近似钟形　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在控制年龄与性别后，身高常呈近似钟形，天然适合用正态模型描述。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两参数刻画　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正态分布只需 μ、σ 两个参数，即可支撑标准化、区间覆盖等计算。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800600"/>
            <a:ext cx="10908792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核心问题：</a:t>
            </a:r>
            <a:pPr algn="ctr" indent="0" marL="0">
              <a:buNone/>
            </a:pPr>
            <a:r>
              <a:rPr lang="en-US" sz="17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现实中的身高数据，究竟在多大程度上可以用正态分布近似描述？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正态分布的基本理论</a:t>
            </a:r>
            <a:endParaRPr lang="en-US" sz="2900" dirty="0"/>
          </a:p>
        </p:txBody>
      </p:sp>
      <p:pic>
        <p:nvPicPr>
          <p:cNvPr id="3" name="Image 0" descr="C:\Users\WuGuanDaoRen\Desktop\论文\.workbuddy\tmp\ppt_v2\assets\formulas\f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0" y="1325880"/>
            <a:ext cx="429768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331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概率密度函数</a:t>
            </a:r>
            <a:endParaRPr lang="en-US" sz="1300" dirty="0"/>
          </a:p>
        </p:txBody>
      </p:sp>
      <p:pic>
        <p:nvPicPr>
          <p:cNvPr id="5" name="Image 1" descr="C:\Users\WuGuanDaoRen\Desktop\论文\.workbuddy\tmp\ppt_v2\assets\formulas\f_densit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94560" y="2606040"/>
            <a:ext cx="7772400" cy="1234440"/>
          </a:xfrm>
          <a:prstGeom prst="rect">
            <a:avLst/>
          </a:prstGeom>
        </p:spPr>
      </p:pic>
      <p:pic>
        <p:nvPicPr>
          <p:cNvPr id="6" name="Image 2" descr="C:\Users\WuGuanDaoRen\Desktop\论文\.workbuddy\tmp\ppt_v2\assets\formulas\f_z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94560" y="3886200"/>
            <a:ext cx="7772400" cy="105156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标准化 Z 把任意正态分布统一为标准正态分布；μ、σ 即总体的平均水平与离散程度。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1280160" y="5440680"/>
            <a:ext cx="960120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4"/>
          <p:cNvSpPr/>
          <p:nvPr/>
        </p:nvSpPr>
        <p:spPr>
          <a:xfrm>
            <a:off x="1280160" y="544068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3σ 原则：</a:t>
            </a:r>
            <a:pPr algn="ctr" indent="0" marL="0">
              <a:buNone/>
            </a:pPr>
            <a:r>
              <a:rPr lang="en-US" sz="16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μ±1σ ≈ 68.27%　|　μ±2σ ≈ 95.45%　|　μ±3σ ≈ 99.73%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数据来源与研究总体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155448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2011 年中国健康与营养调查（CHNS）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调查轮次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60320" y="226771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2011 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980944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年龄范围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298094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20～24 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69417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分组方式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369417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按性别分别分析（男 / 女）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40740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有效样本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440740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473 人（男 220 / 女 253）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589520" y="16002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600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2011 CHNS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89520" y="2898648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0" y="289864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20～24 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0" y="38130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0" y="4197096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0" y="4197096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 220 / 女 253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08792" cy="868680"/>
          </a:xfrm>
          <a:prstGeom prst="roundRect">
            <a:avLst>
              <a:gd name="adj" fmla="val 6316"/>
            </a:avLst>
          </a:prstGeom>
          <a:solidFill>
            <a:srgbClr val="FBEAEA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3492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03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</a:t>
            </a:r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CHNS 为抽样样本，结论不能等同于“中国所有成年人”的总体规律。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样本形成与描述统计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原始记录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71800" y="1463040"/>
            <a:ext cx="502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−45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身高缺失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502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0936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有效样本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41080" y="1463040"/>
            <a:ext cx="502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4400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220 / 253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14400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 / 女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248716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（无任何记录因超出 100～220 cm 筛选范围被删除）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2971800"/>
          <a:ext cx="8348472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男性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女性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样本量 n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均值（cm）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171.5614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159.5917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标准差（cm）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6.8218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6.0802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0.0107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-0.3614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超额峰度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-0.0150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0.5907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直方图：实际分布长什么样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5-1　男性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245352" y="1234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56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5-2　女性</a:t>
            </a:r>
            <a:endParaRPr lang="en-US" sz="1400" dirty="0"/>
          </a:p>
        </p:txBody>
      </p:sp>
      <p:pic>
        <p:nvPicPr>
          <p:cNvPr id="5" name="Image 0" descr="C:\Users\WuGuanDaoRen\Desktop\论文\.workbuddy\tmp\ppt_v2\assets\fig5_1_2011_CHNS_male_histo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5303520" cy="3794760"/>
          </a:xfrm>
          <a:prstGeom prst="rect">
            <a:avLst/>
          </a:prstGeom>
        </p:spPr>
      </p:pic>
      <p:pic>
        <p:nvPicPr>
          <p:cNvPr id="6" name="Image 1" descr="C:\Users\WuGuanDaoRen\Desktop\论文\.workbuddy\tmp\ppt_v2\assets\fig5_2_2011_CHNS_female_histogr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600200"/>
            <a:ext cx="5303520" cy="3794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男性更接近正态；女性存在轻度偏离，但整体仍呈单峰钟形。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Q-Q 图与 Shapiro-Wilk 检验</a:t>
            </a:r>
            <a:endParaRPr lang="en-US" sz="2900" dirty="0"/>
          </a:p>
        </p:txBody>
      </p:sp>
      <p:pic>
        <p:nvPicPr>
          <p:cNvPr id="3" name="Image 0" descr="C:\Users\WuGuanDaoRen\Desktop\论文\.workbuddy\tmp\ppt_v2\assets\fig5_3_2011_CHNS_male_qq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280160"/>
            <a:ext cx="4297680" cy="3429000"/>
          </a:xfrm>
          <a:prstGeom prst="rect">
            <a:avLst/>
          </a:prstGeom>
        </p:spPr>
      </p:pic>
      <p:pic>
        <p:nvPicPr>
          <p:cNvPr id="4" name="Image 1" descr="C:\Users\WuGuanDaoRen\Desktop\论文\.workbuddy\tmp\ppt_v2\assets\fig5_4_2011_CHNS_female_qq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22592" y="1280160"/>
            <a:ext cx="4297680" cy="3429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4709160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5-3　男性（W=0.992062，P=0.2799）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85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不能拒绝正态性原假设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0" y="4709160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056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5-4　女性（W=0.987611，P=0.0281）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5303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拒绝正态性原假设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</a:t>
            </a:r>
            <a:pPr algn="ctr"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P&gt;0.05 不等于证明正态；P&lt;0.05 也不等于模型完全失效。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3σ 原则：理论与现实有多接近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737360"/>
          <a:ext cx="9262872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2313432"/>
                <a:gridCol w="2313432"/>
                <a:gridCol w="231343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区间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理论值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男性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女性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μ±1σ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68.27%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70.00%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68.77%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μ±2σ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95.45%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95.91%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96.05%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μ±3σ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99.73%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100.00%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99.60%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男性实际覆盖率与理论值高度一致；女性虽被拒绝原假设，但覆盖特征仍与理论值接近。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正态模型在这里仍是一个相当好的近似。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价值与局限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349240" cy="3246120"/>
          </a:xfrm>
          <a:prstGeom prst="roundRect">
            <a:avLst>
              <a:gd name="adj" fmla="val 1690"/>
            </a:avLst>
          </a:prstGeom>
          <a:solidFill>
            <a:srgbClr val="F4F6F9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0574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480060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用少量参数概括分布的中心与离散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Z 分数判断个体在总体中的相对位置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支撑人体工程学、产品尺寸设计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为区间估计与假设检验提供基础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99632" y="1874520"/>
            <a:ext cx="5349240" cy="3246120"/>
          </a:xfrm>
          <a:prstGeom prst="roundRect">
            <a:avLst>
              <a:gd name="adj" fmla="val 1690"/>
            </a:avLst>
          </a:prstGeom>
          <a:solidFill>
            <a:srgbClr val="F4F6F9"/>
          </a:solidFill>
          <a:ln w="19050">
            <a:solidFill>
              <a:srgbClr val="C530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99632" y="20574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5303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73952" y="2606040"/>
            <a:ext cx="480060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抽样样本≠全国总体，外推须谨慎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年龄、性别划分对结果影响很大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不同群体混在一起会形成混合分布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Shapiro-Wilk 敏感，但不能单独判定模型意义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1508760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在限定研究总体后，身高数据具有接近正态分布的现实基础。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295144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2295144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男性与正态模型吻合较高；女性存在轻度统计偏离。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081528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3σ 覆盖率显示两组仍与正态经典规律保持较高一致性。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867912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3867912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正态分布是简洁、可解释、可计算的近似模型，须注意总体代表性与检验限制。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10908792" cy="960120"/>
          </a:xfrm>
          <a:prstGeom prst="roundRect">
            <a:avLst>
              <a:gd name="adj" fmla="val 5714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892040"/>
            <a:ext cx="109087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正态分布不是现实本身，而是理解现实数据的一种模型。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参考文献 [1]–[13]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2026-09-26T02:23:34Z</dcterms:created>
  <dcterms:modified xsi:type="dcterms:W3CDTF">2026-09-26T02:23:34Z</dcterms:modified>
</cp:coreProperties>
</file>